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mal katharotiya" userId="acdf365510a61b1e" providerId="LiveId" clId="{C3EE3447-CAE0-4550-96CC-E2F76140CE7C}"/>
    <pc:docChg chg="delSld">
      <pc:chgData name="Romal katharotiya" userId="acdf365510a61b1e" providerId="LiveId" clId="{C3EE3447-CAE0-4550-96CC-E2F76140CE7C}" dt="2026-01-08T03:57:56.413" v="0" actId="2696"/>
      <pc:docMkLst>
        <pc:docMk/>
      </pc:docMkLst>
      <pc:sldChg chg="del">
        <pc:chgData name="Romal katharotiya" userId="acdf365510a61b1e" providerId="LiveId" clId="{C3EE3447-CAE0-4550-96CC-E2F76140CE7C}" dt="2026-01-08T03:57:56.413" v="0" actId="2696"/>
        <pc:sldMkLst>
          <pc:docMk/>
          <pc:sldMk cId="0" sldId="2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BLE-based DFU (OTA)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Rapid explanation deck</a:t>
            </a:r>
          </a:p>
          <a:p>
            <a:r>
              <a:t>ESP32 BLE OTA / DFU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Was Reviewed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BLE-based DFU workflow</a:t>
            </a:r>
          </a:p>
          <a:p>
            <a:r>
              <a:t>- ESP32 OTA firmware</a:t>
            </a:r>
          </a:p>
          <a:p>
            <a:r>
              <a:t>- Mobile application as DFU client</a:t>
            </a:r>
          </a:p>
          <a:p>
            <a:r>
              <a:t>- End-to-end flow review (testing pending)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DFU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Mobile app connects over BLE</a:t>
            </a:r>
          </a:p>
          <a:p>
            <a:r>
              <a:t>2. BLE authentication is performed</a:t>
            </a:r>
          </a:p>
          <a:p>
            <a:r>
              <a:t>3. Firmware sent in small chunks</a:t>
            </a:r>
          </a:p>
          <a:p>
            <a:r>
              <a:t>4. ESP32 writes data to OTA partition</a:t>
            </a:r>
          </a:p>
          <a:p>
            <a:r>
              <a:t>5. Device reboots into new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BLE Authentication (Security 1 /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Verifies who is allowed to start OTA</a:t>
            </a:r>
          </a:p>
          <a:p>
            <a:r>
              <a:t>- Prevents unauthorized devices from uploading firmware</a:t>
            </a:r>
          </a:p>
          <a:p>
            <a:r>
              <a:t>- Happens before firmware transfer begins</a:t>
            </a:r>
          </a:p>
          <a:p>
            <a:r>
              <a:t>- Protects BLE transport, not firmware authenticity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OTA Partitions (Why They Matter)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ESP32 flash is divided into multiple partitions</a:t>
            </a:r>
          </a:p>
          <a:p>
            <a:r>
              <a:t>- One partition runs current firmware</a:t>
            </a:r>
          </a:p>
          <a:p>
            <a:r>
              <a:t>- Another inactive OTA partition is used for updates</a:t>
            </a:r>
          </a:p>
          <a:p>
            <a:r>
              <a:t>- Running firmware is never overwritten during OTA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OTA Partition Switching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New firmware is written to inactive partition</a:t>
            </a:r>
          </a:p>
          <a:p>
            <a:r>
              <a:t>- Current firmware keeps running safely</a:t>
            </a:r>
          </a:p>
          <a:p>
            <a:r>
              <a:t>- After full update, boot partition is switched</a:t>
            </a:r>
          </a:p>
          <a:p>
            <a:r>
              <a:t>- Device reboots only after successful OTA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BLE authentication controls access to OTA,</a:t>
            </a:r>
          </a:p>
          <a:p>
            <a:r>
              <a:t>OTA partitions ensure safe updates.</a:t>
            </a:r>
          </a:p>
          <a:p>
            <a:endParaRPr/>
          </a:p>
          <a:p>
            <a:r>
              <a:t>Firmware authenticity requires Secure Boot or signed OTA.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209</Words>
  <Application>Microsoft Office PowerPoint</Application>
  <PresentationFormat>On-screen Show (4:3)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BLE-based DFU (OTA) Overview</vt:lpstr>
      <vt:lpstr>What Was Reviewed</vt:lpstr>
      <vt:lpstr>High-Level DFU Flow</vt:lpstr>
      <vt:lpstr>BLE Authentication (Security 1 / 2)</vt:lpstr>
      <vt:lpstr>OTA Partitions (Why They Matter)</vt:lpstr>
      <vt:lpstr>OTA Partition Switching</vt:lpstr>
      <vt:lpstr>Key Takeaway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Romal katharotiya</cp:lastModifiedBy>
  <cp:revision>1</cp:revision>
  <dcterms:created xsi:type="dcterms:W3CDTF">2013-01-27T09:14:16Z</dcterms:created>
  <dcterms:modified xsi:type="dcterms:W3CDTF">2026-01-08T03:58:05Z</dcterms:modified>
  <cp:category/>
</cp:coreProperties>
</file>